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开场：大家好，我是你的名字，先用一句话介绍自己想被记住的标签。这份介绍分四个部分：我是谁、我的关键词、我做过什么、我想做什么，大约五分钟，欢迎随时打断提问。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第一部分，先用最简短的方式让大家记住我是谁。这里只讲基本信息和一句定位，不展开经历，留到后面再讲。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这一页只讲最基本信息：我是谁、读什么专业、来自哪里。重点是最后那句定位——用一句话说出你最想被记住的标签，比如“我是一个把社团活动当项目来做的人”。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第二部分，我用三个关键词概括自己。每个词后面都有一句具体说明，避免只贴标签，让大家知道我实际是怎么做事的。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这三个词是我性格和做事方式的浓缩。每个词后面都配了一句具体说明，避免变成空标签。面试时可根据岗位替换其中一两个，但总数保持在三个左右最好记。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第三部分是重点。我挑两段最有代表性的经历，每段按背景、我做了什么、结果来讲，结果尽量用数字，让大家自己判断含金量。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最重要的一页。每段经历都按背景、我做了什么、结果来讲，结果用右侧数字卡片强化。数字只是模板示例，请务必替换成你自己的真实数据；没有精确数字时，用对比表达，比如“比上一届到场人数多了三成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最后一部分讲讲向前看：我对什么感兴趣、正在补什么技能、未来一年想达成什么。这部分让面试官或社团负责人判断你是不是一个有方向、自驱的人。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这一页分三块：兴趣方向、正在学的技能、近一年目标。目标要具体、可衡量，比如“年底前完成一段实习并拿出一个作品”，而不是“变得更优秀”。让对方看到你是有规划、自驱的人。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收尾页用四条主张把整份介绍压缩成记忆点：我是谁、我怎么做事、我做成过什么、我要去哪里。讲完这四条，听众即使忘了细节，也能记住你是谁。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结尾页放联系方式和一句感谢。面试或面试场合，主动把微信和邮箱留给对方；有作品集或 GitHub 一定要放上，这是最能加分的部分。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69200" y="1498600"/>
            <a:ext cx="3708400" cy="3708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1016000" y="8636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SELF INTRODUCTION · 社团面试 / 班级破冰 / 实习求职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498600"/>
            <a:ext cx="609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7D8490"/>
                </a:solidFill>
                <a:latin typeface="Noto Sans SC"/>
                <a:ea typeface="Noto Sans SC"/>
                <a:cs typeface="Noto Sans SC"/>
                <a:sym typeface="Noto Sans SC"/>
              </a:rPr>
              <a:t>你好，我是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90600" y="1981200"/>
            <a:ext cx="6096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你的名字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3782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88EA0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一句话定位：用一句话说清你是谁、想被怎样记住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161" flipH="false" flipV="false">
            <a:off x="1016007" y="41846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43942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625600" y="43942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我是谁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302000" y="44323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29C"/>
                </a:solidFill>
                <a:latin typeface="Noto Sans SC"/>
                <a:ea typeface="Noto Sans SC"/>
                <a:cs typeface="Noto Sans SC"/>
                <a:sym typeface="Noto Sans SC"/>
              </a:rPr>
              <a:t>基本信息与一句话定位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9022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625600" y="49022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我的关键词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302000" y="49403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29C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三个标签看懂我的性格与做事风格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54102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25600" y="54102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我做过什么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3302000" y="54483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29C"/>
                </a:solidFill>
                <a:latin typeface="Noto Sans SC"/>
                <a:ea typeface="Noto Sans SC"/>
                <a:cs typeface="Noto Sans SC"/>
                <a:sym typeface="Noto Sans SC"/>
              </a:rPr>
              <a:t>用代表性经历和数字说话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9182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59182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我想做什么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3302000" y="59563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929C"/>
                </a:solidFill>
                <a:latin typeface="Noto Sans SC"/>
                <a:ea typeface="Noto Sans SC"/>
                <a:cs typeface="Noto Sans SC"/>
                <a:sym typeface="Noto Sans SC"/>
              </a:rPr>
              <a:t>兴趣方向、在学技能与一年目标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9F0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333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68748" flipH="false" flipV="false">
            <a:off x="4127500" y="3486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8E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5207000" y="28194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我是谁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232400" y="38100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WHO I AM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232400" y="4267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E7682"/>
                </a:solidFill>
                <a:latin typeface="Noto Sans SC"/>
                <a:ea typeface="Noto Sans SC"/>
                <a:cs typeface="Noto Sans SC"/>
                <a:sym typeface="Noto Sans SC"/>
              </a:rPr>
              <a:t>先认识最基本的我：专业、年级，和一句话定位。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自我介绍 · SELF INTRODUCTION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03 / 11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75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922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我是「你的名字」，一个把兴趣做成事情的人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19812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你的名字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41400" y="28448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D8490"/>
                </a:solidFill>
                <a:latin typeface="Noto Sans SC"/>
                <a:ea typeface="Noto Sans SC"/>
                <a:cs typeface="Noto Sans SC"/>
                <a:sym typeface="Noto Sans SC"/>
              </a:rPr>
              <a:t>昵称 / English Name · 同学和朋友通常这样叫我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63000" y="1905000"/>
            <a:ext cx="1905000" cy="1905000"/>
          </a:xfrm>
          <a:prstGeom prst="ellipse">
            <a:avLst/>
          </a:prstGeom>
          <a:solidFill>
            <a:srgbClr val="E9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763000" y="26924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放一张你的照片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6138" flipH="false" flipV="false">
            <a:off x="1016006" y="35496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3810000"/>
            <a:ext cx="330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学校 / 专业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4064000"/>
            <a:ext cx="330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XX大学 · XX专业（20XX 级）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26000" y="3810000"/>
            <a:ext cx="330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家乡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826000" y="4064000"/>
            <a:ext cx="330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来自 XX，一个___的城市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4724400"/>
            <a:ext cx="330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常用联系方式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4978400"/>
            <a:ext cx="330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微信 / 邮箱（面试时再补充）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4826000" y="4724400"/>
            <a:ext cx="330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一句话定位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4826000" y="4978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88EA0"/>
                </a:solidFill>
                <a:latin typeface="Noto Sans SC"/>
                <a:ea typeface="Noto Sans SC"/>
                <a:cs typeface="Noto Sans SC"/>
                <a:sym typeface="Noto Sans SC"/>
              </a:rPr>
              <a:t>我是一个___的___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9F0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333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68748" flipH="false" flipV="false">
            <a:off x="4127500" y="3486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8E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5207000" y="28194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我的关键词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232400" y="38100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KEYWORDS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232400" y="4267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E7682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三个标签，看懂我的性格与做事方式。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自我介绍 · SELF INTRODUCTION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05 / 11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75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922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看懂我，只需要记住这三个词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032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 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3368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靠谱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064000" y="2413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答应的事一定闭环，deadline 前主动同步进度，不让别人追着问。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3270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36068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 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39116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好奇心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064000" y="39878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遇到新工具、新领域先动手试一遍，再回头搞懂原理，不怕从零开始。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4845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1016000" y="5181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 03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54864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协作型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064000" y="55626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先听别人想什么再表达，有分歧时对事不对人，习惯一起把事做完。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9F0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333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68748" flipH="false" flipV="false">
            <a:off x="4127500" y="3486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8E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5207000" y="28194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我做过什么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232400" y="38100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WHAT I'VE DONE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232400" y="4267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E7682"/>
                </a:solidFill>
                <a:latin typeface="Noto Sans SC"/>
                <a:ea typeface="Noto Sans SC"/>
                <a:cs typeface="Noto Sans SC"/>
                <a:sym typeface="Noto Sans SC"/>
              </a:rPr>
              <a:t>不讲履历流水账，用经历和数字说明我做成过什么。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自我介绍 · SELF INTRODUCTION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07 / 11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75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41400"/>
            <a:ext cx="990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我做过的事，比我的自我介绍更说明问题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1752600"/>
            <a:ext cx="660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经历 A · 社团活动：从 0 筹办一场百人分享会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1844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背景　</a:t>
            </a: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部门临时缺人，要在三周内办一场面向全校的分享会。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26924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行动　</a:t>
            </a: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我从写方案、拉赞助到现场执行全程负责，拆分任务并盯紧进度。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611" flipH="false" flipV="false">
            <a:off x="1016006" y="34480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3683000"/>
            <a:ext cx="660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经历 B · 课程项目：三人团队两周做出一个作品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1148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背景　</a:t>
            </a: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小组作业时间紧、从零开始，需要在期末前交出一个完整作品。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46228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行动　</a:t>
            </a: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我负责分工排期和最终汇报，把大任务拆成每天可交付的小块。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54610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E88EA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　</a:t>
            </a: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获校级二等奖，作品被选为课程优秀案例展示。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29600" y="1752600"/>
            <a:ext cx="2946400" cy="1168400"/>
          </a:xfrm>
          <a:prstGeom prst="roundRect">
            <a:avLst>
              <a:gd name="adj" fmla="val 13043"/>
            </a:avLst>
          </a:prstGeom>
          <a:solidFill>
            <a:srgbClr val="E9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483600" y="1930400"/>
            <a:ext cx="2438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120 人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483600" y="2489200"/>
            <a:ext cx="2438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分享会实际到场人数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9600" y="3149600"/>
            <a:ext cx="2946400" cy="1168400"/>
          </a:xfrm>
          <a:prstGeom prst="roundRect">
            <a:avLst>
              <a:gd name="adj" fmla="val 13043"/>
            </a:avLst>
          </a:prstGeom>
          <a:solidFill>
            <a:srgbClr val="E9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483600" y="3327400"/>
            <a:ext cx="2438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4.8 / 5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483600" y="3886200"/>
            <a:ext cx="2438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会后满意度评分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9600" y="4546600"/>
            <a:ext cx="2946400" cy="1168400"/>
          </a:xfrm>
          <a:prstGeom prst="roundRect">
            <a:avLst>
              <a:gd name="adj" fmla="val 13043"/>
            </a:avLst>
          </a:prstGeom>
          <a:solidFill>
            <a:srgbClr val="E9F0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483600" y="4724400"/>
            <a:ext cx="2438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2 周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483600" y="5283200"/>
            <a:ext cx="2438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从立项到作品落地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9F0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1333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68748" flipH="false" flipV="false">
            <a:off x="4127500" y="3486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88E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5207000" y="28194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我想做什么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232400" y="3810000"/>
            <a:ext cx="558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WHERE I'M HEADED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232400" y="4267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E7682"/>
                </a:solidFill>
                <a:latin typeface="Noto Sans SC"/>
                <a:ea typeface="Noto Sans SC"/>
                <a:cs typeface="Noto Sans SC"/>
                <a:sym typeface="Noto Sans SC"/>
              </a:rPr>
              <a:t>兴趣方向、正在学的技能，和近一年的阶段目标。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自我介绍 · SELF INTRODUCTION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09 / 11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75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922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接下来一年，我想往这个方向走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8910" flipH="false" flipV="false">
            <a:off x="23495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88910" flipH="false" flipV="false">
            <a:off x="59055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21082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INTEREST · 兴趣方向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24892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我好奇的事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3124200"/>
            <a:ext cx="2921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我最想深入的一个领域是___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平时会主动关注___类内容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希望把兴趣和专业结合起来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699000" y="21082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LEARNING · 正在学的技能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699000" y="24892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我在补的短板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699000" y="3124200"/>
            <a:ext cx="2921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正在练习：___（一门技能/工具）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每周投入约___小时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目前进度：从入门到能独立用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255000" y="21082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E88EA0"/>
                </a:solidFill>
                <a:latin typeface="Noto Sans SC"/>
                <a:ea typeface="Noto Sans SC"/>
                <a:cs typeface="Noto Sans SC"/>
                <a:sym typeface="Noto Sans SC"/>
              </a:rPr>
              <a:t>GOAL · 近一年目标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255000" y="24892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我想达成的事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255000" y="3124200"/>
            <a:ext cx="2921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完成一段___方向的实习/项目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拿到一个可展示的成果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5A626E"/>
                </a:solidFill>
                <a:latin typeface="Noto Sans SC"/>
                <a:ea typeface="Noto Sans SC"/>
                <a:cs typeface="Noto Sans SC"/>
                <a:sym typeface="Noto Sans SC"/>
              </a:rPr>
              <a:t>· 年底能对着作品集讲清楚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B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自我介绍 · SELF INTRODUCTION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CA6"/>
                </a:solidFill>
                <a:latin typeface="Noto Sans SC"/>
                <a:ea typeface="Noto Sans SC"/>
                <a:cs typeface="Noto Sans SC"/>
                <a:sym typeface="Noto Sans SC"/>
              </a:rPr>
              <a:t>10 / 11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75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922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关于我，记住这四句话就够了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0828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我是一个把兴趣当项目来做的人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268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2921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29718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我做事靠谱，答应的事一定闭环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3575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3810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905000" y="38608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我用结果说话，经历里都有数字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297" flipH="false" flipV="false">
            <a:off x="1016004" y="446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 txBox="true"/>
          <p:nvPr/>
        </p:nvSpPr>
        <p:spPr>
          <a:xfrm rot="0" flipH="false" flipV="false">
            <a:off x="1016000" y="4699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88EA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905000" y="47498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接下来一年，我想往___方向走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6642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这四句就是我的浓缩版自我介绍，欢迎随时就任何一段继续聊。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0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219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YOUR TIME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65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谢谢你的时间，期待和你聊聊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" y="25908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E7682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如果以上有任何一段让你感兴趣，欢迎随时联系我。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354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B85B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39624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微信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2672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你的微信号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683000" y="39624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邮箱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683000" y="42672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your@email.com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858000" y="39624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B85B8"/>
                </a:solidFill>
                <a:latin typeface="Noto Sans SC"/>
                <a:ea typeface="Noto Sans SC"/>
                <a:cs typeface="Noto Sans SC"/>
                <a:sym typeface="Noto Sans SC"/>
              </a:rPr>
              <a:t>电话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858000" y="42672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1XX-XXXX-XXXX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271000" y="39624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E6680"/>
                </a:solidFill>
                <a:latin typeface="Noto Sans SC"/>
                <a:ea typeface="Noto Sans SC"/>
                <a:cs typeface="Noto Sans SC"/>
                <a:sym typeface="Noto Sans SC"/>
              </a:rPr>
              <a:t>作品集 / GitHub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9271000" y="42672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23C"/>
                </a:solidFill>
                <a:latin typeface="Noto Sans SC"/>
                <a:ea typeface="Noto Sans SC"/>
                <a:cs typeface="Noto Sans SC"/>
                <a:sym typeface="Noto Sans SC"/>
              </a:rPr>
              <a:t>链接放这里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56642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再次感谢聆听，期待有机会一起做事。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{"Label":"1","ContentProducer":"001191110102MACQD9K64010000","ProduceID":"7695995699633491146","ReservedCode1":"","ContentPropagator":"","PropagateID":"","ReservedCode2":""}</vt:lpwstr>
  </property>
</Properties>
</file>