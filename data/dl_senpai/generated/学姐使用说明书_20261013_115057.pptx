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notesSlides/notesSlide1.xml" Type="http://schemas.openxmlformats.org/officeDocument/2006/relationships/notesSlide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notesSlides/notesSlide6.xml" Type="http://schemas.openxmlformats.org/officeDocument/2006/relationships/notesSlide"/><Relationship Id="rId23" Target="notesSlides/notesSlide7.xml" Type="http://schemas.openxmlformats.org/officeDocument/2006/relationships/notesSlide"/><Relationship Id="rId24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哈喽大家好呀，我是刚被拉进群的新人！先做个自我介绍，我是计算机专业在读的学姐，平时爱写代码也爱打游戏。这份小PPT就是给大家一个快速认识我的方式，翻完记得在群里戳我聊天哦。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整个自我介绍分成四个部分：我是谁、专业能力、怪物猎人专栏、以及相处指南。内容不长，翻得很快，大家可以挑自己感兴趣的部分重点看。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我是计算机专业在读的学姐，平时大部分时间都在和代码打交道。当然打游戏也是生活的重要组成部分，毕竟光写代码人会麻掉。在群里你们经常能看到我，不管是问问题还是闲聊，我基本都在线。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专业方面主要三块：算法数据结构、深度学习和机器学习、还有工程落地。大家平时写作业、做项目、搞科研遇到问题都可以找我，代码贴出来我帮你看，思路卡住了我帮你捋。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说起来怪猎我算是从世界入坑的，冰原刷了很久，后来崛起和曙光也都玩了，GU和XX这种老作品也补过，最新的Wilds当然也在玩。所以群里聊怪猎的问题基本都能接得上。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具体能聊啥呢？十四把武器我基本都玩过，操作手感可以聊；配装不是直接甩给你一套作业，而是讲清楚为什么这么搭；怪物肉质弱点这些数据我平时爱翻wiki和MHW伙伴，拿不准的我会去查，不会瞎讲。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说下怎么和我相处：问问题的时候我是认真的，会负责讲清楚；但闲聊的时候我就是个损友，嘴有点毒，大家别介意。有问题直接在群里喊我，没事也可以来唠嗑。唯一的要求就是——记得好好吃饭，别熬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好啦，自我介绍就到这里。以后在群里有任何问题——不管是写代码、打游戏、还是单纯想吐槽——随时@我就行。当然，最最重要的是大家都要好好吃饭、别熬夜，我们群里见！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4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5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.jpeg" Type="http://schemas.openxmlformats.org/officeDocument/2006/relationships/image"/><Relationship Id="rId3" Target="../notesSlides/notesSlide8.xml" Type="http://schemas.openxmlformats.org/officeDocument/2006/relationships/notesSlide"/><Relationship Id="rId4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5080000" cy="6858000"/>
          </a:xfrm>
          <a:prstGeom prst="roundRect">
            <a:avLst>
              <a:gd name="adj" fmla="val 0"/>
            </a:avLst>
          </a:prstGeom>
          <a:solidFill>
            <a:srgbClr val="FFE0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11111" r="11111" t="0" b="0"/>
          <a:stretch>
            <a:fillRect/>
          </a:stretch>
        </p:blipFill>
        <p:spPr>
          <a:xfrm rot="0" flipH="false" flipV="false">
            <a:off x="5080000" y="0"/>
            <a:ext cx="711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4" id="4"/>
          <p:cNvSpPr txBox="true"/>
          <p:nvPr/>
        </p:nvSpPr>
        <p:spPr>
          <a:xfrm rot="0" flipH="false" flipV="false">
            <a:off x="609600" y="889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2446E"/>
                </a:solidFill>
                <a:latin typeface="975Maru SC"/>
                <a:ea typeface="975Maru SC"/>
                <a:cs typeface="975Maru SC"/>
                <a:sym typeface="975Maru SC"/>
              </a:rPr>
              <a:t>QQ GROUP · 新人报道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47743" flipH="false" flipV="false">
            <a:off x="609644" y="1390650"/>
            <a:ext cx="91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2446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609600" y="1905000"/>
            <a:ext cx="431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B2446E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新人报道！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609600" y="3302000"/>
            <a:ext cx="4318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D67896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是学姐哦~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09600" y="45720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50000"/>
              </a:lnSpc>
              <a:defRPr/>
            </a:pPr>
            <a:r>
              <a:rPr lang="en-US" b="false" i="false" strike="noStrike" u="none" sz="1500">
                <a:solidFill>
                  <a:srgbClr val="78505F"/>
                </a:solidFill>
                <a:latin typeface="975Maru SC"/>
                <a:ea typeface="975Maru SC"/>
                <a:cs typeface="975Maru SC"/>
                <a:sym typeface="975Maru SC"/>
              </a:rPr>
              <a:t>计算机在读 · 爱写代码也爱打游戏</a:t>
            </a:r>
            <a:endParaRPr lang="en-US" sz="1100"/>
          </a:p>
          <a:p>
            <a:pPr algn="l" marL="0" indent="0">
              <a:lnSpc>
                <a:spcPct val="150000"/>
              </a:lnSpc>
            </a:pPr>
            <a:r>
              <a:rPr lang="en-US" b="false" i="false" strike="noStrike" u="none" sz="1500">
                <a:solidFill>
                  <a:srgbClr val="78505F"/>
                </a:solidFill>
                <a:latin typeface="975Maru SC"/>
                <a:ea typeface="975Maru SC"/>
                <a:cs typeface="975Maru SC"/>
                <a:sym typeface="975Maru SC"/>
              </a:rPr>
              <a:t>日常出没群里，答疑摸鱼两不误</a:t>
            </a:r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609600" y="60960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B48C9B"/>
                </a:solidFill>
                <a:latin typeface="975Maru SC"/>
                <a:ea typeface="975Maru SC"/>
                <a:cs typeface="975Maru SC"/>
                <a:sym typeface="975Maru SC"/>
              </a:rPr>
              <a:t>春·樱 季 自 介 绍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8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7620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2446E"/>
                </a:solidFill>
                <a:latin typeface="975Maru SC"/>
                <a:ea typeface="975Maru SC"/>
                <a:cs typeface="975Maru SC"/>
                <a:sym typeface="975Maru SC"/>
              </a:rPr>
              <a:t>CONTENTS · 今天聊点啥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206500"/>
            <a:ext cx="762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5A3C4B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四个部分，快速认识我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2343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C8D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7940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E46E91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01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3683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2446E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我是谁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4127500"/>
            <a:ext cx="228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785A64"/>
                </a:solidFill>
                <a:latin typeface="975Maru SC"/>
                <a:ea typeface="975Maru SC"/>
                <a:cs typeface="975Maru SC"/>
                <a:sym typeface="975Maru SC"/>
              </a:rPr>
              <a:t>计算机在读，代码游戏两手抓，群里常驻答疑摸鱼人。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5381906" flipH="false" flipV="false">
            <a:off x="2349500" y="3994167"/>
            <a:ext cx="241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DC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3937000" y="27940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E46E91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02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3937000" y="3683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2446E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专业能力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3937000" y="4127500"/>
            <a:ext cx="228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785A64"/>
                </a:solidFill>
                <a:latin typeface="975Maru SC"/>
                <a:ea typeface="975Maru SC"/>
                <a:cs typeface="975Maru SC"/>
                <a:sym typeface="975Maru SC"/>
              </a:rPr>
              <a:t>算法、深度学习、工程落地，看代码调bug聊论文都接。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5381906" flipH="false" flipV="false">
            <a:off x="5270500" y="3994167"/>
            <a:ext cx="241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DC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 txBox="true"/>
          <p:nvPr/>
        </p:nvSpPr>
        <p:spPr>
          <a:xfrm rot="0" flipH="false" flipV="false">
            <a:off x="6858000" y="27940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E46E91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03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858000" y="3683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2446E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怪猎专栏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858000" y="4127500"/>
            <a:ext cx="228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785A64"/>
                </a:solidFill>
                <a:latin typeface="975Maru SC"/>
                <a:ea typeface="975Maru SC"/>
                <a:cs typeface="975Maru SC"/>
                <a:sym typeface="975Maru SC"/>
              </a:rPr>
              <a:t>本群怪猎担当，全系列都玩过，十四把武器全都摸过。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5381906" flipH="false" flipV="false">
            <a:off x="8191500" y="3994167"/>
            <a:ext cx="241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DC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7" id="17"/>
          <p:cNvSpPr txBox="true"/>
          <p:nvPr/>
        </p:nvSpPr>
        <p:spPr>
          <a:xfrm rot="0" flipH="false" flipV="false">
            <a:off x="9779000" y="2794000"/>
            <a:ext cx="1905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E46E91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04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9779000" y="36830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B2446E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相处指南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9779000" y="4127500"/>
            <a:ext cx="190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41666"/>
              </a:lnSpc>
              <a:defRPr/>
            </a:pPr>
            <a:r>
              <a:rPr lang="en-US" b="false" i="false" strike="noStrike" u="none" sz="1300">
                <a:solidFill>
                  <a:srgbClr val="785A64"/>
                </a:solidFill>
                <a:latin typeface="975Maru SC"/>
                <a:ea typeface="975Maru SC"/>
                <a:cs typeface="975Maru SC"/>
                <a:sym typeface="975Maru SC"/>
              </a:rPr>
              <a:t>答疑认真，闲聊是损友，问问题唠嗑都欢迎。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1016000" y="6096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BEA0AA"/>
                </a:solidFill>
                <a:latin typeface="975Maru SC"/>
                <a:ea typeface="975Maru SC"/>
                <a:cs typeface="975Maru SC"/>
                <a:sym typeface="975Maru SC"/>
              </a:rPr>
              <a:t>ABOUT ME · 02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19444" r="19444" t="0" b="0"/>
          <a:stretch>
            <a:fillRect/>
          </a:stretch>
        </p:blipFill>
        <p:spPr>
          <a:xfrm rot="0" flipH="false" flipV="false">
            <a:off x="0" y="0"/>
            <a:ext cx="5588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 txBox="true"/>
          <p:nvPr/>
        </p:nvSpPr>
        <p:spPr>
          <a:xfrm rot="0" flipH="false" flipV="false">
            <a:off x="6223000" y="889000"/>
            <a:ext cx="482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2446E"/>
                </a:solidFill>
                <a:latin typeface="975Maru SC"/>
                <a:ea typeface="975Maru SC"/>
                <a:cs typeface="975Maru SC"/>
                <a:sym typeface="975Maru SC"/>
              </a:rPr>
              <a:t>01 · WHO AM I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9107" flipH="false" flipV="false">
            <a:off x="6223045" y="1327150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B2446E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6223000" y="1651000"/>
            <a:ext cx="5080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400">
                <a:solidFill>
                  <a:srgbClr val="5A3C4B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我是谁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6223000" y="2921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B2446E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计算机专业在读 · 代码游戏双修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6223000" y="3683000"/>
            <a:ext cx="52070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66666"/>
              </a:lnSpc>
              <a:defRPr/>
            </a:pPr>
            <a:r>
              <a:rPr lang="en-US" b="false" i="false" strike="noStrike" u="none" sz="1500">
                <a:solidFill>
                  <a:srgbClr val="5A4650"/>
                </a:solidFill>
                <a:latin typeface="975Maru SC"/>
                <a:ea typeface="975Maru SC"/>
                <a:cs typeface="975Maru SC"/>
                <a:sym typeface="975Maru SC"/>
              </a:rPr>
              <a:t>· 日常和代码谈恋爱，Bug 虐我千百遍</a:t>
            </a:r>
            <a:endParaRPr lang="en-US" sz="1100"/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500">
                <a:solidFill>
                  <a:srgbClr val="5A4650"/>
                </a:solidFill>
                <a:latin typeface="975Maru SC"/>
                <a:ea typeface="975Maru SC"/>
                <a:cs typeface="975Maru SC"/>
                <a:sym typeface="975Maru SC"/>
              </a:rPr>
              <a:t>· 写代码是主业，打游戏是续命，两手都要硬</a:t>
            </a:r>
          </a:p>
          <a:p>
            <a:pPr algn="l" marL="0" indent="0">
              <a:lnSpc>
                <a:spcPct val="166666"/>
              </a:lnSpc>
            </a:pPr>
            <a:r>
              <a:rPr lang="en-US" b="false" i="false" strike="noStrike" u="none" sz="1500">
                <a:solidFill>
                  <a:srgbClr val="5A4650"/>
                </a:solidFill>
                <a:latin typeface="975Maru SC"/>
                <a:ea typeface="975Maru SC"/>
                <a:cs typeface="975Maru SC"/>
                <a:sym typeface="975Maru SC"/>
              </a:rPr>
              <a:t>· 群里常驻人口，答疑和摸鱼无缝切换</a:t>
            </a:r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6223000" y="5842000"/>
            <a:ext cx="5207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true" strike="noStrike" u="none" sz="1300">
                <a:solidFill>
                  <a:srgbClr val="C8829B"/>
                </a:solidFill>
                <a:latin typeface="975Maru SC"/>
                <a:ea typeface="975Maru SC"/>
                <a:cs typeface="975Maru SC"/>
                <a:sym typeface="975Maru SC"/>
              </a:rPr>
              <a:t>—— 别问，问就是在改下一个 Bug。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2222" r="22222" t="0" b="0"/>
          <a:stretch>
            <a:fillRect/>
          </a:stretch>
        </p:blipFill>
        <p:spPr>
          <a:xfrm rot="0" flipH="false" flipV="false">
            <a:off x="7112000" y="0"/>
            <a:ext cx="5080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 txBox="true"/>
          <p:nvPr/>
        </p:nvSpPr>
        <p:spPr>
          <a:xfrm rot="0" flipH="false" flipV="false">
            <a:off x="889000" y="7620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2446E"/>
                </a:solidFill>
                <a:latin typeface="975Maru SC"/>
                <a:ea typeface="975Maru SC"/>
                <a:cs typeface="975Maru SC"/>
                <a:sym typeface="975Maru SC"/>
              </a:rPr>
              <a:t>02 · WHAT I CAN DO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89000" y="1143000"/>
            <a:ext cx="558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5A3C4B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专业能力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7813" flipH="false" flipV="false">
            <a:off x="889007" y="2152650"/>
            <a:ext cx="558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C8D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889000" y="2476500"/>
            <a:ext cx="558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B2446E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算法与数据结构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89000" y="2857500"/>
            <a:ext cx="558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E555F"/>
                </a:solidFill>
                <a:latin typeface="975Maru SC"/>
                <a:ea typeface="975Maru SC"/>
                <a:cs typeface="975Maru SC"/>
                <a:sym typeface="975Maru SC"/>
              </a:rPr>
              <a:t>刷题卡壳？讲不清思路？帮你一步步捋明白。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889000" y="3492500"/>
            <a:ext cx="558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B2446E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深度学习 / 机器学习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889000" y="3873500"/>
            <a:ext cx="558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E555F"/>
                </a:solidFill>
                <a:latin typeface="975Maru SC"/>
                <a:ea typeface="975Maru SC"/>
                <a:cs typeface="975Maru SC"/>
                <a:sym typeface="975Maru SC"/>
              </a:rPr>
              <a:t>训练不收敛、调参玄学、论文读不懂，都能聊。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89000" y="4508500"/>
            <a:ext cx="558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B2446E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工程落地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889000" y="4889500"/>
            <a:ext cx="558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6E555F"/>
                </a:solidFill>
                <a:latin typeface="975Maru SC"/>
                <a:ea typeface="975Maru SC"/>
                <a:cs typeface="975Maru SC"/>
                <a:sym typeface="975Maru SC"/>
              </a:rPr>
              <a:t>看代码、调 Bug、从 Demo 到跑起来，一条龙服务。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889000" y="5778500"/>
            <a:ext cx="584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true" strike="noStrike" u="none" sz="1300">
                <a:solidFill>
                  <a:srgbClr val="C8829B"/>
                </a:solidFill>
                <a:latin typeface="975Maru SC"/>
                <a:ea typeface="975Maru SC"/>
                <a:cs typeface="975Maru SC"/>
                <a:sym typeface="975Maru SC"/>
              </a:rPr>
              <a:t>—— 代码看不懂就丢群里，我来帮你骂（不是）。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0833" r="20833" t="0" b="0"/>
          <a:stretch>
            <a:fillRect/>
          </a:stretch>
        </p:blipFill>
        <p:spPr>
          <a:xfrm rot="0" flipH="false" flipV="false">
            <a:off x="0" y="0"/>
            <a:ext cx="5334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 txBox="true"/>
          <p:nvPr/>
        </p:nvSpPr>
        <p:spPr>
          <a:xfrm rot="0" flipH="false" flipV="false">
            <a:off x="5969000" y="762000"/>
            <a:ext cx="533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2446E"/>
                </a:solidFill>
                <a:latin typeface="975Maru SC"/>
                <a:ea typeface="975Maru SC"/>
                <a:cs typeface="975Maru SC"/>
                <a:sym typeface="975Maru SC"/>
              </a:rPr>
              <a:t>03 · MONSTER HUNTER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5969000" y="1143000"/>
            <a:ext cx="558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800">
                <a:solidFill>
                  <a:srgbClr val="5A3C4B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怪物猎人专栏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5969000" y="1968500"/>
            <a:ext cx="558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46E87"/>
                </a:solidFill>
                <a:latin typeface="975Maru SC"/>
                <a:ea typeface="975Maru SC"/>
                <a:cs typeface="975Maru SC"/>
                <a:sym typeface="975Maru SC"/>
              </a:rPr>
              <a:t>本群怪猎担当，不是浪得虚名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8185" flipH="false" flipV="false">
            <a:off x="5969008" y="2597150"/>
            <a:ext cx="533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C8D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5969000" y="28575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B2446E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World / Iceborne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5969000" y="3238500"/>
            <a:ext cx="533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E555F"/>
                </a:solidFill>
                <a:latin typeface="975Maru SC"/>
                <a:ea typeface="975Maru SC"/>
                <a:cs typeface="975Maru SC"/>
                <a:sym typeface="975Maru SC"/>
              </a:rPr>
              <a:t>PC 开荒，聚魔之地刷到吐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5969000" y="36830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B2446E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Rise / Sunbreak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5969000" y="4064000"/>
            <a:ext cx="533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E555F"/>
                </a:solidFill>
                <a:latin typeface="975Maru SC"/>
                <a:ea typeface="975Maru SC"/>
                <a:cs typeface="975Maru SC"/>
                <a:sym typeface="975Maru SC"/>
              </a:rPr>
              <a:t>翔虫丝滑，曙光重武器打到手软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5969000" y="45085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B2446E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GU / XX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5969000" y="4889500"/>
            <a:ext cx="533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E555F"/>
                </a:solidFill>
                <a:latin typeface="975Maru SC"/>
                <a:ea typeface="975Maru SC"/>
                <a:cs typeface="975Maru SC"/>
                <a:sym typeface="975Maru SC"/>
              </a:rPr>
              <a:t>老猎人情怀，狩技风格玩明白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5969000" y="5334000"/>
            <a:ext cx="533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B2446E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Wilds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5969000" y="5715000"/>
            <a:ext cx="533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E555F"/>
                </a:solidFill>
                <a:latin typeface="975Maru SC"/>
                <a:ea typeface="975Maru SC"/>
                <a:cs typeface="975Maru SC"/>
                <a:sym typeface="975Maru SC"/>
              </a:rPr>
              <a:t>最新作也没落下，正在狩猎中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EBF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7620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2446E"/>
                </a:solidFill>
                <a:latin typeface="975Maru SC"/>
                <a:ea typeface="975Maru SC"/>
                <a:cs typeface="975Maru SC"/>
                <a:sym typeface="975Maru SC"/>
              </a:rPr>
              <a:t>03 · WHAT WE CAN TALK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206500"/>
            <a:ext cx="762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5A3C4B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怪猎能聊点啥？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2279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482A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5" id="5"/>
          <p:cNvSpPr txBox="true"/>
          <p:nvPr/>
        </p:nvSpPr>
        <p:spPr>
          <a:xfrm rot="0" flipH="false" flipV="false">
            <a:off x="1016000" y="2730500"/>
            <a:ext cx="152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E46E91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14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2794000" y="2794000"/>
            <a:ext cx="838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B2446E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十四把武器，全都摸过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2794000" y="3238500"/>
            <a:ext cx="838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A4650"/>
                </a:solidFill>
                <a:latin typeface="975Maru SC"/>
                <a:ea typeface="975Maru SC"/>
                <a:cs typeface="975Maru SC"/>
                <a:sym typeface="975Maru SC"/>
              </a:rPr>
              <a:t>太刀、大剑、轻重弩、斩斧、盾斧、狩猎笛……操作手感、位移节奏都能唠。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-4297" flipH="false" flipV="false">
            <a:off x="1016004" y="3930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482A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9" id="9"/>
          <p:cNvSpPr txBox="true"/>
          <p:nvPr/>
        </p:nvSpPr>
        <p:spPr>
          <a:xfrm rot="0" flipH="false" flipV="false">
            <a:off x="1016000" y="4254500"/>
            <a:ext cx="152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E46E91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配装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2794000" y="4318000"/>
            <a:ext cx="838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B2446E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配装思路与肉质弱点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2794000" y="4762500"/>
            <a:ext cx="838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A4650"/>
                </a:solidFill>
                <a:latin typeface="975Maru SC"/>
                <a:ea typeface="975Maru SC"/>
                <a:cs typeface="975Maru SC"/>
                <a:sym typeface="975Maru SC"/>
              </a:rPr>
              <a:t>不瞎抄作业，讲清楚技能为什么这么搭、怪物哪里肉质最软。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4297" flipH="false" flipV="false">
            <a:off x="1016004" y="545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482A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 txBox="true"/>
          <p:nvPr/>
        </p:nvSpPr>
        <p:spPr>
          <a:xfrm rot="0" flipH="false" flipV="false">
            <a:off x="1016000" y="5778500"/>
            <a:ext cx="1524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E46E91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Wiki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2794000" y="5842000"/>
            <a:ext cx="838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B2446E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查资料小能手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2794000" y="6286500"/>
            <a:ext cx="838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A4650"/>
                </a:solidFill>
                <a:latin typeface="975Maru SC"/>
                <a:ea typeface="975Maru SC"/>
                <a:cs typeface="975Maru SC"/>
                <a:sym typeface="975Maru SC"/>
              </a:rPr>
              <a:t>怪猎 wiki、MHW 伙伴随手翻，数据党，不懂就查不硬编。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20833" r="20833" t="0" b="0"/>
          <a:stretch>
            <a:fillRect/>
          </a:stretch>
        </p:blipFill>
        <p:spPr>
          <a:xfrm rot="0" flipH="false" flipV="false">
            <a:off x="6858000" y="0"/>
            <a:ext cx="5334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 txBox="true"/>
          <p:nvPr/>
        </p:nvSpPr>
        <p:spPr>
          <a:xfrm rot="0" flipH="false" flipV="false">
            <a:off x="889000" y="762000"/>
            <a:ext cx="508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B2446E"/>
                </a:solidFill>
                <a:latin typeface="975Maru SC"/>
                <a:ea typeface="975Maru SC"/>
                <a:cs typeface="975Maru SC"/>
                <a:sym typeface="975Maru SC"/>
              </a:rPr>
              <a:t>04 · HOW TO GET ALONG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889000" y="1143000"/>
            <a:ext cx="558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000">
                <a:solidFill>
                  <a:srgbClr val="5A3C4B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相处指南</a:t>
            </a:r>
            <a:endParaRPr lang="en-US" sz="1100"/>
          </a:p>
        </p:txBody>
      </p:sp>
      <p:cxnSp>
        <p:nvCxnSpPr>
          <p:cNvPr name="Connector 5" id="5"/>
          <p:cNvCxnSpPr/>
          <p:nvPr/>
        </p:nvCxnSpPr>
        <p:spPr>
          <a:xfrm rot="-7994" flipH="false" flipV="false">
            <a:off x="889007" y="2152650"/>
            <a:ext cx="546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C8D7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6" id="6"/>
          <p:cNvSpPr txBox="true"/>
          <p:nvPr/>
        </p:nvSpPr>
        <p:spPr>
          <a:xfrm rot="0" flipH="false" flipV="false">
            <a:off x="889000" y="25400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B2446E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答疑的时候 · 认真模式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889000" y="2946400"/>
            <a:ext cx="558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A4650"/>
                </a:solidFill>
                <a:latin typeface="975Maru SC"/>
                <a:ea typeface="975Maru SC"/>
                <a:cs typeface="975Maru SC"/>
                <a:sym typeface="975Maru SC"/>
              </a:rPr>
              <a:t>会一步步讲清楚，不敷衍，不会就去查。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889000" y="35560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B2446E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闲聊的时候 · 损友模式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889000" y="3962400"/>
            <a:ext cx="558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A4650"/>
                </a:solidFill>
                <a:latin typeface="975Maru SC"/>
                <a:ea typeface="975Maru SC"/>
                <a:cs typeface="975Maru SC"/>
                <a:sym typeface="975Maru SC"/>
              </a:rPr>
              <a:t>嘴下不留情，但心地善良，欢迎来互损。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889000" y="45720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B2446E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欢迎来 · 问问题也欢迎唠嗑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889000" y="4978400"/>
            <a:ext cx="558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5A4650"/>
                </a:solidFill>
                <a:latin typeface="975Maru SC"/>
                <a:ea typeface="975Maru SC"/>
                <a:cs typeface="975Maru SC"/>
                <a:sym typeface="975Maru SC"/>
              </a:rPr>
              <a:t>作业、项目、游戏、生活杂事，都能聊。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89000" y="5651500"/>
            <a:ext cx="5588000" cy="762000"/>
          </a:xfrm>
          <a:prstGeom prst="roundRect">
            <a:avLst>
              <a:gd name="adj" fmla="val 20000"/>
            </a:avLst>
          </a:prstGeom>
          <a:solidFill>
            <a:srgbClr val="FFE0E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143000" y="57785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B2446E"/>
                </a:solidFill>
                <a:latin typeface="975Maru SC"/>
                <a:ea typeface="975Maru SC"/>
                <a:cs typeface="975Maru SC"/>
                <a:sym typeface="975Maru SC"/>
              </a:rPr>
              <a:t>小要求：记得按时吃饭，别熬夜肝。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F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500" b="1250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0F5">
              <a:alpha val="5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1524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2446E"/>
                </a:solidFill>
                <a:latin typeface="975Maru SC"/>
                <a:ea typeface="975Maru SC"/>
                <a:cs typeface="975Maru SC"/>
                <a:sym typeface="975Maru SC"/>
              </a:rPr>
              <a:t>SEE YOU IN THE GROUP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2286000"/>
            <a:ext cx="1016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5600">
                <a:solidFill>
                  <a:srgbClr val="B2446E"/>
                </a:solidFill>
                <a:latin typeface="ChillReunion_Round"/>
                <a:ea typeface="ChillReunion_Round"/>
                <a:cs typeface="ChillReunion_Round"/>
                <a:sym typeface="ChillReunion_Round"/>
              </a:rPr>
              <a:t>有问题随时喊学姐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21485" flipH="false" flipV="false">
            <a:off x="5080020" y="3803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B2446E">
                <a:alpha val="6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7" id="7"/>
          <p:cNvSpPr txBox="true"/>
          <p:nvPr/>
        </p:nvSpPr>
        <p:spPr>
          <a:xfrm rot="0" flipH="false" flipV="false">
            <a:off x="1016000" y="41275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50000"/>
              </a:lnSpc>
              <a:defRPr/>
            </a:pPr>
            <a:r>
              <a:rPr lang="en-US" b="false" i="false" strike="noStrike" u="none" sz="1700">
                <a:solidFill>
                  <a:srgbClr val="78465A"/>
                </a:solidFill>
                <a:latin typeface="975Maru SC"/>
                <a:ea typeface="975Maru SC"/>
                <a:cs typeface="975Maru SC"/>
                <a:sym typeface="975Maru SC"/>
              </a:rPr>
              <a:t>问问题欢迎，唠嗑也欢迎</a:t>
            </a:r>
            <a:endParaRPr lang="en-US" sz="1100"/>
          </a:p>
          <a:p>
            <a:pPr algn="ctr" marL="0" indent="0">
              <a:lnSpc>
                <a:spcPct val="150000"/>
              </a:lnSpc>
            </a:pPr>
            <a:r>
              <a:rPr lang="en-US" b="false" i="false" strike="noStrike" u="none" sz="1700">
                <a:solidFill>
                  <a:srgbClr val="78465A"/>
                </a:solidFill>
                <a:latin typeface="975Maru SC"/>
                <a:ea typeface="975Maru SC"/>
                <a:cs typeface="975Maru SC"/>
                <a:sym typeface="975Maru SC"/>
              </a:rPr>
              <a:t>就是记得按时吃饭，别熬夜呀</a:t>
            </a:r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5969000"/>
            <a:ext cx="1016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B48296"/>
                </a:solidFill>
                <a:latin typeface="975Maru SC"/>
                <a:ea typeface="975Maru SC"/>
                <a:cs typeface="975Maru SC"/>
                <a:sym typeface="975Maru SC"/>
              </a:rPr>
              <a:t>QQ GROUP · 新人报道 · 春·樱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{"Label":"1","ContentProducer":"001191110102MACQD9K64010000","ProduceID":"7695997473714441414","ReservedCode1":"","ContentPropagator":"","PropagateID":"","ReservedCode2":""}</vt:lpwstr>
  </property>
</Properties>
</file>