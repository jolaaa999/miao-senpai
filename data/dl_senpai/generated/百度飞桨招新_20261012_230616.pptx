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百度飞桨招新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百度飞桨招新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一起玩开源，一起打比赛</a:t>
            </a:r>
          </a:p>
          <a:p>
            <a:pPr/>
            <a:r>
              <a:t>零基础也能上车</a:t>
            </a:r>
          </a:p>
          <a:p>
            <a:pPr/>
            <a:r>
              <a:t>欢迎加入我们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飞桨是什么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百度2016年开源的深度学习平台</a:t>
            </a:r>
          </a:p>
          <a:p>
            <a:pPr/>
            <a:r>
              <a:t>国内首个自主研发的产业级框架</a:t>
            </a:r>
          </a:p>
          <a:p>
            <a:pPr/>
            <a:r>
              <a:t>与TensorFlow、PyTorch并列选择</a:t>
            </a:r>
          </a:p>
          <a:p>
            <a:pPr/>
            <a:r>
              <a:t>覆盖数据处理到部署全流程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为什么选飞桨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中文文档和社区，入门门槛低</a:t>
            </a:r>
          </a:p>
          <a:p>
            <a:pPr/>
            <a:r>
              <a:t>多门课程和竞赛的指定平台</a:t>
            </a:r>
          </a:p>
          <a:p>
            <a:pPr/>
            <a:r>
              <a:t>AI Studio有免费算力，省GPU钱</a:t>
            </a:r>
          </a:p>
          <a:p>
            <a:pPr/>
            <a:r>
              <a:t>简历上一个实在的加分项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我们平时做什么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每周技术分享，从零跑通模型</a:t>
            </a:r>
          </a:p>
          <a:p>
            <a:pPr/>
            <a:r>
              <a:t>组队打比赛，一起啃项目</a:t>
            </a:r>
          </a:p>
          <a:p>
            <a:pPr/>
            <a:r>
              <a:t>方向自选：CV、NLP、部署都行</a:t>
            </a:r>
          </a:p>
          <a:p>
            <a:pPr/>
            <a:r>
              <a:t>摸鱼吹水，游戏外卖也不能少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零基础能来吗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会Python就够，其余边做边学</a:t>
            </a:r>
          </a:p>
          <a:p>
            <a:pPr/>
            <a:r>
              <a:t>数学不用全会，先跑起来再补</a:t>
            </a:r>
          </a:p>
          <a:p>
            <a:pPr/>
            <a:r>
              <a:t>卡住了直接在群里喊人</a:t>
            </a:r>
          </a:p>
          <a:p>
            <a:pPr/>
            <a:r>
              <a:t>关键是肯动手，不是天赋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学习路线参考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第一步：Python 与数据处理</a:t>
            </a:r>
          </a:p>
          <a:p>
            <a:pPr/>
            <a:r>
              <a:t>第二步：线性回归、Softmax 分类</a:t>
            </a:r>
          </a:p>
          <a:p>
            <a:pPr/>
            <a:r>
              <a:t>第三步：CNN、RNN 与 Transformer</a:t>
            </a:r>
          </a:p>
          <a:p>
            <a:pPr/>
            <a:r>
              <a:t>第四步：完整做一个小项目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招新方向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算法：训练模型、调参、打比赛</a:t>
            </a:r>
          </a:p>
          <a:p>
            <a:pPr/>
            <a:r>
              <a:t>开发：把模型做成能用的东西</a:t>
            </a:r>
          </a:p>
          <a:p>
            <a:pPr/>
            <a:r>
              <a:t>运营：写推文、办活动、拉人</a:t>
            </a:r>
          </a:p>
          <a:p>
            <a:pPr/>
            <a:r>
              <a:t>啥都不会：先来当观众也行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报名信息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报名时间：待补充</a:t>
            </a:r>
          </a:p>
          <a:p>
            <a:pPr/>
            <a:r>
              <a:t>报名方式：待补充</a:t>
            </a:r>
          </a:p>
          <a:p>
            <a:pPr/>
            <a:r>
              <a:t>面试形式：待补充</a:t>
            </a:r>
          </a:p>
          <a:p>
            <a:pPr/>
            <a:r>
              <a:t>有项目或作品经历加分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加入我们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一起把想到的东西做出来</a:t>
            </a:r>
          </a:p>
          <a:p>
            <a:pPr/>
            <a:r>
              <a:t>有问题随时来问</a:t>
            </a:r>
          </a:p>
          <a:p>
            <a:pPr/>
            <a:r>
              <a:t>联系方式：待补充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