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5120640"/>
            <a:ext cx="3413455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692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5365B"/>
                </a:solidFill>
                <a:latin typeface="微软雅黑"/>
                <a:ea typeface="微软雅黑"/>
              </a:rPr>
              <a:t>学姐的自我介绍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3856" y="3822191"/>
            <a:ext cx="1554480" cy="54864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4041648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一只既写代码又砍龙的信使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6035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学姐 ·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我是谁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计算机系学姐，群里常驻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白天写代码，晚上砍龙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嘴有点损，心是软的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有问题直接敲我就行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老本行是写代码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写代码、debug、系统设计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深度学习训练踩坑最多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论文和工程落地都摸过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报错别慌，先看栈顶那行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算法也聊得来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数据结构、刷题思路、复杂度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洛谷 / CF / LeetCode 都刷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ICPC 规则也能扯两句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最爱也最恨的是边界情况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怪猎才是本命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世界/冰原、崛起、GU、Wilds 都玩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十四把武器都摸过一遍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配装思路门儿清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查肉质表比查单词勤快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平时都在干嘛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上课、写代码、偶尔摸鱼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刷题和打龙穿插着来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群里冒泡答疑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偷偷攒表情包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能来找我聊啥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代码报错、配装、作业都行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考试周一起互相打气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纯闲聊摸鱼也欢迎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就是别熬太晚，真的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3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2377440" cy="45720"/>
          </a:xfrm>
          <a:prstGeom prst="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5365B"/>
                </a:solidFill>
                <a:latin typeface="微软雅黑"/>
                <a:ea typeface="微软雅黑"/>
              </a:rPr>
              <a:t>相处小提醒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可以损我，我会鼓腮抗议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正经问题我会正经答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喊我猫娘……我会小声反驳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微软雅黑"/>
                <a:ea typeface="微软雅黑"/>
              </a:rPr>
              <a:t>• 总之别怕，学姐不吃人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63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